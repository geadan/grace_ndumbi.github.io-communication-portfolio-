
<file path=[Content_Types].xml><?xml version="1.0" encoding="utf-8"?>
<Types xmlns="http://schemas.openxmlformats.org/package/2006/content-types">
  <Default Extension="jpeg" ContentType="image/jpeg"/>
  <Default Extension="jpg" ContentType="image/unknown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4584040E-E2C7-4926-A50F-CDD3E4B0BE8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B979209-B15F-4012-BF9C-D0E4351C2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71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040E-E2C7-4926-A50F-CDD3E4B0BE8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9209-B15F-4012-BF9C-D0E4351C2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346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584040E-E2C7-4926-A50F-CDD3E4B0BE8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B979209-B15F-4012-BF9C-D0E4351C2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889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584040E-E2C7-4926-A50F-CDD3E4B0BE8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B979209-B15F-4012-BF9C-D0E4351C2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320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584040E-E2C7-4926-A50F-CDD3E4B0BE8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B979209-B15F-4012-BF9C-D0E4351C2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28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040E-E2C7-4926-A50F-CDD3E4B0BE8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9209-B15F-4012-BF9C-D0E4351C2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80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584040E-E2C7-4926-A50F-CDD3E4B0BE8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B979209-B15F-4012-BF9C-D0E4351C2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46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040E-E2C7-4926-A50F-CDD3E4B0BE8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9209-B15F-4012-BF9C-D0E4351C2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129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584040E-E2C7-4926-A50F-CDD3E4B0BE8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6B979209-B15F-4012-BF9C-D0E4351C2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493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4040E-E2C7-4926-A50F-CDD3E4B0BE8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979209-B15F-4012-BF9C-D0E4351C2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59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4584040E-E2C7-4926-A50F-CDD3E4B0BE8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6B979209-B15F-4012-BF9C-D0E4351C2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876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84040E-E2C7-4926-A50F-CDD3E4B0BE8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979209-B15F-4012-BF9C-D0E4351C2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890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52A05E-236C-17EF-50B2-DADE5F85D2DD}"/>
              </a:ext>
            </a:extLst>
          </p:cNvPr>
          <p:cNvSpPr txBox="1"/>
          <p:nvPr/>
        </p:nvSpPr>
        <p:spPr>
          <a:xfrm>
            <a:off x="1511559" y="1007706"/>
            <a:ext cx="7455159" cy="5023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u="sng" dirty="0">
                <a:solidFill>
                  <a:schemeClr val="accent6">
                    <a:lumMod val="50000"/>
                  </a:schemeClr>
                </a:solidFill>
              </a:rPr>
              <a:t>My Autobiography</a:t>
            </a:r>
          </a:p>
          <a:p>
            <a:pPr algn="ctr">
              <a:lnSpc>
                <a:spcPct val="300000"/>
              </a:lnSpc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IGS 4202: Capstone</a:t>
            </a:r>
          </a:p>
          <a:p>
            <a:pPr algn="ctr">
              <a:lnSpc>
                <a:spcPct val="300000"/>
              </a:lnSpc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Grace Wanjiru Ndumbi</a:t>
            </a:r>
          </a:p>
          <a:p>
            <a:pPr algn="ctr">
              <a:lnSpc>
                <a:spcPct val="300000"/>
              </a:lnSpc>
            </a:pPr>
            <a:r>
              <a:rPr lang="en-US" sz="2800" dirty="0">
                <a:solidFill>
                  <a:schemeClr val="accent6">
                    <a:lumMod val="50000"/>
                  </a:schemeClr>
                </a:solidFill>
              </a:rPr>
              <a:t>C027-01-1006/2022</a:t>
            </a:r>
          </a:p>
        </p:txBody>
      </p:sp>
    </p:spTree>
    <p:extLst>
      <p:ext uri="{BB962C8B-B14F-4D97-AF65-F5344CB8AC3E}">
        <p14:creationId xmlns:p14="http://schemas.microsoft.com/office/powerpoint/2010/main" val="22638380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D12A9E-4E02-117B-26D2-2D4E47570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8D7F2B-D3E6-8718-6B37-28909C5F14EE}"/>
              </a:ext>
            </a:extLst>
          </p:cNvPr>
          <p:cNvSpPr txBox="1"/>
          <p:nvPr/>
        </p:nvSpPr>
        <p:spPr>
          <a:xfrm>
            <a:off x="1511559" y="1007706"/>
            <a:ext cx="745515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Introduction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Born and raised in </a:t>
            </a:r>
            <a:r>
              <a:rPr lang="en-US" sz="2200" dirty="0" err="1">
                <a:solidFill>
                  <a:schemeClr val="accent6">
                    <a:lumMod val="50000"/>
                  </a:schemeClr>
                </a:solidFill>
              </a:rPr>
              <a:t>Murang’a</a:t>
            </a: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, Kenya.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Curious and determined personality.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Strong belief in faith and growth.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Motivated to make a meaningful impact.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122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594E7-00E0-6CA1-F462-8D0233AFA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E73BE9D-FA39-5AB4-9E9C-AC502DD5C308}"/>
              </a:ext>
            </a:extLst>
          </p:cNvPr>
          <p:cNvSpPr txBox="1"/>
          <p:nvPr/>
        </p:nvSpPr>
        <p:spPr>
          <a:xfrm>
            <a:off x="1511559" y="1007706"/>
            <a:ext cx="745515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Family Background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Raised in a loving, supportive family.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Parents taught discipline and faith.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Two sisters, a brother, and three nephews.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Home built on respect and care.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53808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B48B86-FA85-9446-AA87-6B132C7E7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C46A368-71FE-D38D-6D10-255D934879F4}"/>
              </a:ext>
            </a:extLst>
          </p:cNvPr>
          <p:cNvSpPr txBox="1"/>
          <p:nvPr/>
        </p:nvSpPr>
        <p:spPr>
          <a:xfrm>
            <a:off x="1511559" y="1007706"/>
            <a:ext cx="745515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Childhood memories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Participated in church competitions.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Loved school and used to teach at home.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Fun games and shared laughter with cousins.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Stayed with grandma from class 5 to 8.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298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4EE63-0991-687A-718C-FAEF789E1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1B998D-637A-AC6E-C1BE-F5E354AAB31B}"/>
              </a:ext>
            </a:extLst>
          </p:cNvPr>
          <p:cNvSpPr txBox="1"/>
          <p:nvPr/>
        </p:nvSpPr>
        <p:spPr>
          <a:xfrm>
            <a:off x="1511559" y="1007706"/>
            <a:ext cx="745515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Primary School Life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Joined the nursery in 2009, primary in 2010.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Enjoyed reading and classroom activities.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Inspired by supportive teachers, KCPE in 2017.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Built discipline and self-confidence.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0441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E80030-9BC1-2CF8-B23F-45DFFBD25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1ABC10-10CD-7AAD-596A-F8F080A3BFA6}"/>
              </a:ext>
            </a:extLst>
          </p:cNvPr>
          <p:cNvSpPr txBox="1"/>
          <p:nvPr/>
        </p:nvSpPr>
        <p:spPr>
          <a:xfrm>
            <a:off x="1511559" y="1007706"/>
            <a:ext cx="7455159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High School Journey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Joined in 2018, academic growth and personal maturity.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Faced challenges with determination.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Affected by the Corona pandemic, KSCE in April 2022.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Started shaping future career dreams.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5190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0C1FC1-BFEA-7A1E-4588-E52ED20B5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A01B76-38C4-B760-83C3-E1E03E9CF925}"/>
              </a:ext>
            </a:extLst>
          </p:cNvPr>
          <p:cNvSpPr txBox="1"/>
          <p:nvPr/>
        </p:nvSpPr>
        <p:spPr>
          <a:xfrm>
            <a:off x="1511559" y="1007706"/>
            <a:ext cx="745515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University Life(BBIT)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Joined </a:t>
            </a:r>
            <a:r>
              <a:rPr lang="en-US" sz="2200" dirty="0" err="1">
                <a:solidFill>
                  <a:schemeClr val="accent6">
                    <a:lumMod val="50000"/>
                  </a:schemeClr>
                </a:solidFill>
              </a:rPr>
              <a:t>Dekut</a:t>
            </a: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 in September 2022.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Pursuing a Bachelor of Business IT.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Learned programming and databases.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Gained teamwork through group projects.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05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056ED-7A8C-2D33-2476-EB64323FE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FC03326-6AD3-EC99-0F7E-00D6C11EBB86}"/>
              </a:ext>
            </a:extLst>
          </p:cNvPr>
          <p:cNvSpPr txBox="1"/>
          <p:nvPr/>
        </p:nvSpPr>
        <p:spPr>
          <a:xfrm>
            <a:off x="1511559" y="1007706"/>
            <a:ext cx="745515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Skills Developed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Microsoft Word, Excel, and PowerPoint.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Programming and database knowledge.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Networking basics and Cisco skills.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Improved problem-solving abilities.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2838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764D2-F47B-07C4-C7F2-13A79EC71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F9A399-6958-4D0D-ECE8-4CF5D4ED32E9}"/>
              </a:ext>
            </a:extLst>
          </p:cNvPr>
          <p:cNvSpPr txBox="1"/>
          <p:nvPr/>
        </p:nvSpPr>
        <p:spPr>
          <a:xfrm>
            <a:off x="1511559" y="1007706"/>
            <a:ext cx="745515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Work Experience(Cyber)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Assisted customers with computer services.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Typing, printing, scanning documents.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Provided basic technical support.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Improved communication and patience.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4625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90BB5D-F8D6-CD2A-DD8E-2D15B87FE5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AD3E2E-ECB2-FFB0-0CCF-2A79933BC5EB}"/>
              </a:ext>
            </a:extLst>
          </p:cNvPr>
          <p:cNvSpPr txBox="1"/>
          <p:nvPr/>
        </p:nvSpPr>
        <p:spPr>
          <a:xfrm>
            <a:off x="1511559" y="1007706"/>
            <a:ext cx="745515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Industrial Attachment - KEMRI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Worked in a professional IT department.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Helped with computer troubleshooting.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Supported users with technical issues.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Learned data security importance.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878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77573-9162-B8A6-F6D4-781581907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DCB93DC-3C2B-3C18-09A5-0843969B1C4E}"/>
              </a:ext>
            </a:extLst>
          </p:cNvPr>
          <p:cNvSpPr txBox="1"/>
          <p:nvPr/>
        </p:nvSpPr>
        <p:spPr>
          <a:xfrm>
            <a:off x="1511559" y="1007706"/>
            <a:ext cx="745515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Personal Qualities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Responsible and self-disciplined individual.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Hardworking and goal-oriented mindset.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Honest, trustworthy, and dependable.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Strong teamwork and cooperation skills.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3421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084F89-0870-BC4C-7656-2312BDF52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790B0B-6F8A-DFBB-0CE3-9A05CFB803EC}"/>
              </a:ext>
            </a:extLst>
          </p:cNvPr>
          <p:cNvSpPr txBox="1"/>
          <p:nvPr/>
        </p:nvSpPr>
        <p:spPr>
          <a:xfrm>
            <a:off x="1511559" y="1007706"/>
            <a:ext cx="745515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Hobbies and Interests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Exploring new technology skills.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Reading inspirational learning materials.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Spending time with family members.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Prayer and quiet personal reflection.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0120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378C73-FF11-DC99-6BA9-53F3E65DC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CA1E427-1CB7-2E58-2C39-695EA789122A}"/>
              </a:ext>
            </a:extLst>
          </p:cNvPr>
          <p:cNvSpPr txBox="1"/>
          <p:nvPr/>
        </p:nvSpPr>
        <p:spPr>
          <a:xfrm>
            <a:off x="1511559" y="1007706"/>
            <a:ext cx="745515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Challenges and Lessons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Faced academic and financial struggles.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Experienced moments of self-doubt.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Learned resilience and perseverance.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Faith provided strength and hope.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8776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225626-3813-6274-1082-506FC628C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4C3ED5-579C-8A70-47FD-2F7D64CDF343}"/>
              </a:ext>
            </a:extLst>
          </p:cNvPr>
          <p:cNvSpPr txBox="1"/>
          <p:nvPr/>
        </p:nvSpPr>
        <p:spPr>
          <a:xfrm>
            <a:off x="1511559" y="1007706"/>
            <a:ext cx="745515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Future Goals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Become a skilled information technology professional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Use technology to solve real problems.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Grow personally, spiritually, and emotionally.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Give back positively to society.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2837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F6896-8320-32B9-9A08-B09C4DCB3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14F252-4583-8B31-31A2-CE32500A0F9D}"/>
              </a:ext>
            </a:extLst>
          </p:cNvPr>
          <p:cNvSpPr txBox="1"/>
          <p:nvPr/>
        </p:nvSpPr>
        <p:spPr>
          <a:xfrm>
            <a:off x="1511559" y="1007706"/>
            <a:ext cx="7455159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300000"/>
              </a:lnSpc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</a:rPr>
              <a:t>Conclusions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My journey is shaped by growth.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Challenges built strength and character.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Faith guides my path forward.</a:t>
            </a:r>
          </a:p>
          <a:p>
            <a:pPr marL="342900" indent="-342900">
              <a:lnSpc>
                <a:spcPct val="250000"/>
              </a:lnSpc>
              <a:buFont typeface="Wingdings" panose="05000000000000000000" pitchFamily="2" charset="2"/>
              <a:buChar char="v"/>
            </a:pPr>
            <a:r>
              <a:rPr lang="en-US" sz="2200" dirty="0">
                <a:solidFill>
                  <a:schemeClr val="accent6">
                    <a:lumMod val="50000"/>
                  </a:schemeClr>
                </a:solidFill>
              </a:rPr>
              <a:t>Future filled with hope and purpose.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589761"/>
      </p:ext>
    </p:extLst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73</TotalTime>
  <Words>412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Calibri Light</vt:lpstr>
      <vt:lpstr>Rockwell</vt:lpstr>
      <vt:lpstr>Wingdings</vt:lpstr>
      <vt:lpstr>Atlas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Grace Ndumbi</dc:creator>
  <cp:lastModifiedBy>Grace Ndumbi</cp:lastModifiedBy>
  <cp:revision>2</cp:revision>
  <dcterms:created xsi:type="dcterms:W3CDTF">2026-01-30T08:59:44Z</dcterms:created>
  <dcterms:modified xsi:type="dcterms:W3CDTF">2026-01-30T10:13:12Z</dcterms:modified>
</cp:coreProperties>
</file>