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E9A30-8058-489F-BE0D-6C1F251C693C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0B8B2-C498-4C2D-A634-8B3C1EC3A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22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0B8B2-C498-4C2D-A634-8B3C1EC3A7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3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15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0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74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6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82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59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0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72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0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0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34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80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84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74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971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160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24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1453E7-17F8-44F7-BAE1-248A51ABB6F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5798D9A-E882-485B-943A-479E14626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8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F06A0E-51D2-40F6-BE96-D9F6E0E47F32}"/>
              </a:ext>
            </a:extLst>
          </p:cNvPr>
          <p:cNvSpPr txBox="1"/>
          <p:nvPr/>
        </p:nvSpPr>
        <p:spPr>
          <a:xfrm>
            <a:off x="615462" y="589085"/>
            <a:ext cx="10955215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800" b="1" dirty="0"/>
              <a:t>African Storytelling Tradition &amp; Digital Communication</a:t>
            </a:r>
            <a:br>
              <a:rPr lang="en-US" dirty="0"/>
            </a:br>
            <a:r>
              <a:rPr lang="en-US" dirty="0"/>
              <a:t>IGS 4202</a:t>
            </a:r>
            <a:endParaRPr lang="en-US" sz="2200" dirty="0"/>
          </a:p>
          <a:p>
            <a:pPr algn="ctr">
              <a:lnSpc>
                <a:spcPct val="250000"/>
              </a:lnSpc>
            </a:pPr>
            <a:r>
              <a:rPr lang="en-US" sz="2200" dirty="0"/>
              <a:t>Capstone Project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BBIT</a:t>
            </a:r>
            <a:br>
              <a:rPr lang="en-US" sz="2200" dirty="0"/>
            </a:br>
            <a:r>
              <a:rPr lang="en-US" sz="2200" dirty="0"/>
              <a:t>Grace Wanjiru Ndumbi</a:t>
            </a:r>
          </a:p>
          <a:p>
            <a:pPr algn="ctr">
              <a:lnSpc>
                <a:spcPct val="250000"/>
              </a:lnSpc>
            </a:pPr>
            <a:r>
              <a:rPr lang="en-US" sz="2200" dirty="0"/>
              <a:t>C027-01-1006/2022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13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4AC2-25A8-2D17-4CC2-3A3995FE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3E0098-5245-0549-6ADD-596119194097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Introduction to African Storytelling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Oral tradition in African societies.</a:t>
            </a:r>
            <a:br>
              <a:rPr lang="en-US" sz="2200" dirty="0"/>
            </a:br>
            <a:r>
              <a:rPr lang="en-US" sz="2200" dirty="0"/>
              <a:t>• Stories passed through generations.</a:t>
            </a:r>
            <a:br>
              <a:rPr lang="en-US" sz="2200" dirty="0"/>
            </a:br>
            <a:r>
              <a:rPr lang="en-US" sz="2200" dirty="0"/>
              <a:t>• Educate, entertain, preserve history.</a:t>
            </a:r>
            <a:br>
              <a:rPr lang="en-US" sz="2200" dirty="0"/>
            </a:br>
            <a:r>
              <a:rPr lang="en-US" sz="2200" dirty="0"/>
              <a:t>• Convey morals and cultural values.</a:t>
            </a:r>
            <a:br>
              <a:rPr lang="en-US" sz="2200" dirty="0"/>
            </a:br>
            <a:r>
              <a:rPr lang="en-US" sz="2200" dirty="0"/>
              <a:t>• Strengthen community identity.</a:t>
            </a:r>
          </a:p>
        </p:txBody>
      </p:sp>
    </p:spTree>
    <p:extLst>
      <p:ext uri="{BB962C8B-B14F-4D97-AF65-F5344CB8AC3E}">
        <p14:creationId xmlns:p14="http://schemas.microsoft.com/office/powerpoint/2010/main" val="271097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A7635-9BCB-A6EB-9F41-3C29B0DE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A0242-3519-77E0-45BF-9FDA43A4BDCA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Key Features of Storytelling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Oral, visual, and performative.</a:t>
            </a:r>
            <a:br>
              <a:rPr lang="en-US" sz="2200" dirty="0"/>
            </a:br>
            <a:r>
              <a:rPr lang="en-US" sz="2200" dirty="0"/>
              <a:t>• Uses proverbs, music, and dance.</a:t>
            </a:r>
            <a:br>
              <a:rPr lang="en-US" sz="2200" dirty="0"/>
            </a:br>
            <a:r>
              <a:rPr lang="en-US" sz="2200" dirty="0"/>
              <a:t>• Interactive audience participation.</a:t>
            </a:r>
            <a:br>
              <a:rPr lang="en-US" sz="2200" dirty="0"/>
            </a:br>
            <a:r>
              <a:rPr lang="en-US" sz="2200" dirty="0"/>
              <a:t>• Contextual and memorable.</a:t>
            </a:r>
            <a:br>
              <a:rPr lang="en-US" sz="2200" dirty="0"/>
            </a:br>
            <a:r>
              <a:rPr lang="en-US" sz="2200" dirty="0"/>
              <a:t>• Focuses on life lessons.</a:t>
            </a:r>
          </a:p>
        </p:txBody>
      </p:sp>
    </p:spTree>
    <p:extLst>
      <p:ext uri="{BB962C8B-B14F-4D97-AF65-F5344CB8AC3E}">
        <p14:creationId xmlns:p14="http://schemas.microsoft.com/office/powerpoint/2010/main" val="1713279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972DC-91CB-904E-E542-693870F7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5690C9-0999-2D54-77C2-5214244E03D2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Importance in African Culture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Preserves cultural knowledge.</a:t>
            </a:r>
            <a:br>
              <a:rPr lang="en-US" sz="2200" dirty="0"/>
            </a:br>
            <a:r>
              <a:rPr lang="en-US" sz="2200" dirty="0"/>
              <a:t>• Teaches ethical behavior.</a:t>
            </a:r>
            <a:br>
              <a:rPr lang="en-US" sz="2200" dirty="0"/>
            </a:br>
            <a:r>
              <a:rPr lang="en-US" sz="2200" dirty="0"/>
              <a:t>• Promotes social cohesion.</a:t>
            </a:r>
            <a:br>
              <a:rPr lang="en-US" sz="2200" dirty="0"/>
            </a:br>
            <a:r>
              <a:rPr lang="en-US" sz="2200" dirty="0"/>
              <a:t>• Guides youth and community.</a:t>
            </a:r>
            <a:br>
              <a:rPr lang="en-US" sz="2200" dirty="0"/>
            </a:br>
            <a:r>
              <a:rPr lang="en-US" sz="2200" dirty="0"/>
              <a:t>• Inspires creativity and imagination.</a:t>
            </a:r>
          </a:p>
        </p:txBody>
      </p:sp>
    </p:spTree>
    <p:extLst>
      <p:ext uri="{BB962C8B-B14F-4D97-AF65-F5344CB8AC3E}">
        <p14:creationId xmlns:p14="http://schemas.microsoft.com/office/powerpoint/2010/main" val="274929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F0676-8A7C-EE60-73B5-E11E7C07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B80792-525C-205D-43E0-9E185DF8AE0F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Influence on Modern Digital Communication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Digital storytelling uses similar techniques.</a:t>
            </a:r>
            <a:br>
              <a:rPr lang="en-US" sz="2200" dirty="0"/>
            </a:br>
            <a:r>
              <a:rPr lang="en-US" sz="2200" dirty="0"/>
              <a:t>• Social media posts, blogs, vlogs.</a:t>
            </a:r>
            <a:br>
              <a:rPr lang="en-US" sz="2200" dirty="0"/>
            </a:br>
            <a:r>
              <a:rPr lang="en-US" sz="2200" dirty="0"/>
              <a:t>• Visuals, music, and captions enhance messages.</a:t>
            </a:r>
            <a:br>
              <a:rPr lang="en-US" sz="2200" dirty="0"/>
            </a:br>
            <a:r>
              <a:rPr lang="en-US" sz="2200" dirty="0"/>
              <a:t>• Engages audiences like oral tradition.</a:t>
            </a:r>
            <a:br>
              <a:rPr lang="en-US" sz="2200" dirty="0"/>
            </a:br>
            <a:r>
              <a:rPr lang="en-US" sz="2200" dirty="0"/>
              <a:t>• Builds personal and brand identity.</a:t>
            </a:r>
          </a:p>
        </p:txBody>
      </p:sp>
    </p:spTree>
    <p:extLst>
      <p:ext uri="{BB962C8B-B14F-4D97-AF65-F5344CB8AC3E}">
        <p14:creationId xmlns:p14="http://schemas.microsoft.com/office/powerpoint/2010/main" val="187680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907F5-13A9-AEF5-B2DC-BF0E7F01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1CE760-105B-FD55-133D-FCF99979CF97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Storytelling &amp; Content Creation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Videos and podcasts mirror oral tales.</a:t>
            </a:r>
            <a:br>
              <a:rPr lang="en-US" sz="2200" dirty="0"/>
            </a:br>
            <a:r>
              <a:rPr lang="en-US" sz="2200" dirty="0"/>
              <a:t>• Interactive content encourages participation.</a:t>
            </a:r>
            <a:br>
              <a:rPr lang="en-US" sz="2200" dirty="0"/>
            </a:br>
            <a:r>
              <a:rPr lang="en-US" sz="2200" dirty="0"/>
              <a:t>• Branding uses narrative to connect.</a:t>
            </a:r>
            <a:br>
              <a:rPr lang="en-US" sz="2200" dirty="0"/>
            </a:br>
            <a:r>
              <a:rPr lang="en-US" sz="2200" dirty="0"/>
              <a:t>• Influencers use stories to persuade.</a:t>
            </a:r>
            <a:br>
              <a:rPr lang="en-US" sz="2200" dirty="0"/>
            </a:br>
            <a:r>
              <a:rPr lang="en-US" sz="2200" dirty="0"/>
              <a:t>• Memes and short clips tell lessons.</a:t>
            </a:r>
          </a:p>
        </p:txBody>
      </p:sp>
    </p:spTree>
    <p:extLst>
      <p:ext uri="{BB962C8B-B14F-4D97-AF65-F5344CB8AC3E}">
        <p14:creationId xmlns:p14="http://schemas.microsoft.com/office/powerpoint/2010/main" val="186812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C4F8-594B-F5FD-8116-CFFD4B1F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D97B3-1AB4-E3C0-8127-59A5CFC032C4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Storytelling &amp; User Engagement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Audience connects emotionally with content.</a:t>
            </a:r>
            <a:br>
              <a:rPr lang="en-US" sz="2200" dirty="0"/>
            </a:br>
            <a:r>
              <a:rPr lang="en-US" sz="2200" dirty="0"/>
              <a:t>• Encourages sharing and discussion.</a:t>
            </a:r>
            <a:br>
              <a:rPr lang="en-US" sz="2200" dirty="0"/>
            </a:br>
            <a:r>
              <a:rPr lang="en-US" sz="2200" dirty="0"/>
              <a:t>• Builds trust and loyalty.</a:t>
            </a:r>
            <a:br>
              <a:rPr lang="en-US" sz="2200" dirty="0"/>
            </a:br>
            <a:r>
              <a:rPr lang="en-US" sz="2200" dirty="0"/>
              <a:t>• Inspires feedback and interaction.</a:t>
            </a:r>
            <a:br>
              <a:rPr lang="en-US" sz="2200" dirty="0"/>
            </a:br>
            <a:r>
              <a:rPr lang="en-US" sz="2200" dirty="0"/>
              <a:t>• Digital media mirrors communal tradition.</a:t>
            </a:r>
          </a:p>
        </p:txBody>
      </p:sp>
    </p:spTree>
    <p:extLst>
      <p:ext uri="{BB962C8B-B14F-4D97-AF65-F5344CB8AC3E}">
        <p14:creationId xmlns:p14="http://schemas.microsoft.com/office/powerpoint/2010/main" val="1614356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61095-5C00-036D-9AF3-05C02384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2D8F5F-EADA-51FC-8376-F7BBC9F67A99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Gender Awareness in Storytelling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Traditional stories were often gendered.</a:t>
            </a:r>
            <a:br>
              <a:rPr lang="en-US" sz="2200" dirty="0"/>
            </a:br>
            <a:r>
              <a:rPr lang="en-US" sz="2200" dirty="0"/>
              <a:t>• Modern storytelling promotes equality.</a:t>
            </a:r>
            <a:br>
              <a:rPr lang="en-US" sz="2200" dirty="0"/>
            </a:br>
            <a:r>
              <a:rPr lang="en-US" sz="2200" dirty="0"/>
              <a:t>• Women as narrators and creators.</a:t>
            </a:r>
            <a:br>
              <a:rPr lang="en-US" sz="2200" dirty="0"/>
            </a:br>
            <a:r>
              <a:rPr lang="en-US" sz="2200" dirty="0"/>
              <a:t>• Inclusive stories encourage participation.</a:t>
            </a:r>
            <a:br>
              <a:rPr lang="en-US" sz="2200" dirty="0"/>
            </a:br>
            <a:r>
              <a:rPr lang="en-US" sz="2200" dirty="0"/>
              <a:t>• Empowers all voices in society.</a:t>
            </a:r>
          </a:p>
        </p:txBody>
      </p:sp>
    </p:spTree>
    <p:extLst>
      <p:ext uri="{BB962C8B-B14F-4D97-AF65-F5344CB8AC3E}">
        <p14:creationId xmlns:p14="http://schemas.microsoft.com/office/powerpoint/2010/main" val="199134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0F1D-CBB5-D38C-A9B6-B23EF142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065DE7-C4C8-8BE5-B248-059C0CB0B239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Examples in Digital Media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Kenyan blogs telling cultural stories.</a:t>
            </a:r>
            <a:br>
              <a:rPr lang="en-US" sz="2200" dirty="0"/>
            </a:br>
            <a:r>
              <a:rPr lang="en-US" sz="2200" dirty="0"/>
              <a:t>• YouTube channels with African narratives.</a:t>
            </a:r>
            <a:br>
              <a:rPr lang="en-US" sz="2200" dirty="0"/>
            </a:br>
            <a:r>
              <a:rPr lang="en-US" sz="2200" dirty="0"/>
              <a:t>• Podcasts sharing indigenous knowledge.</a:t>
            </a:r>
            <a:br>
              <a:rPr lang="en-US" sz="2200" dirty="0"/>
            </a:br>
            <a:r>
              <a:rPr lang="en-US" sz="2200" dirty="0"/>
              <a:t>• Social media campaigns use storytelling.</a:t>
            </a:r>
            <a:br>
              <a:rPr lang="en-US" sz="2200" dirty="0"/>
            </a:br>
            <a:r>
              <a:rPr lang="en-US" sz="2200" dirty="0"/>
              <a:t>• Mobile apps deliver interactive tales.</a:t>
            </a:r>
          </a:p>
        </p:txBody>
      </p:sp>
    </p:spTree>
    <p:extLst>
      <p:ext uri="{BB962C8B-B14F-4D97-AF65-F5344CB8AC3E}">
        <p14:creationId xmlns:p14="http://schemas.microsoft.com/office/powerpoint/2010/main" val="307377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47E81-97ED-6D2B-6BFE-794F69F6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E2BABC-5BD9-128B-D56C-914016DD87C5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Benefits of Storytelling Today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Preserves cultural identity digitally.</a:t>
            </a:r>
            <a:br>
              <a:rPr lang="en-US" sz="2200" dirty="0"/>
            </a:br>
            <a:r>
              <a:rPr lang="en-US" sz="2200" dirty="0"/>
              <a:t>• Enhances creativity and innovation.</a:t>
            </a:r>
            <a:br>
              <a:rPr lang="en-US" sz="2200" dirty="0"/>
            </a:br>
            <a:r>
              <a:rPr lang="en-US" sz="2200" dirty="0"/>
              <a:t>• Builds community across distances.</a:t>
            </a:r>
            <a:br>
              <a:rPr lang="en-US" sz="2200" dirty="0"/>
            </a:br>
            <a:r>
              <a:rPr lang="en-US" sz="2200" dirty="0"/>
              <a:t>• Supports education and learning.</a:t>
            </a:r>
            <a:br>
              <a:rPr lang="en-US" sz="2200" dirty="0"/>
            </a:br>
            <a:r>
              <a:rPr lang="en-US" sz="2200" dirty="0"/>
              <a:t>• Encourages ethical digital engagement.</a:t>
            </a:r>
          </a:p>
        </p:txBody>
      </p:sp>
    </p:spTree>
    <p:extLst>
      <p:ext uri="{BB962C8B-B14F-4D97-AF65-F5344CB8AC3E}">
        <p14:creationId xmlns:p14="http://schemas.microsoft.com/office/powerpoint/2010/main" val="1431472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03987-36DF-3D92-C943-9B11695E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C016FB-36D3-44F0-5081-D4977F68F299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Challenges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Risk of cultural misrepresentation.</a:t>
            </a:r>
            <a:br>
              <a:rPr lang="en-US" sz="2200" dirty="0"/>
            </a:br>
            <a:r>
              <a:rPr lang="en-US" sz="2200" dirty="0"/>
              <a:t>• Limited access to digital tools.</a:t>
            </a:r>
            <a:br>
              <a:rPr lang="en-US" sz="2200" dirty="0"/>
            </a:br>
            <a:r>
              <a:rPr lang="en-US" sz="2200" dirty="0"/>
              <a:t>• Gender biases may persist.</a:t>
            </a:r>
            <a:br>
              <a:rPr lang="en-US" sz="2200" dirty="0"/>
            </a:br>
            <a:r>
              <a:rPr lang="en-US" sz="2200" dirty="0"/>
              <a:t>• Oversimplification of complex stories.</a:t>
            </a:r>
            <a:br>
              <a:rPr lang="en-US" sz="2200" dirty="0"/>
            </a:br>
            <a:r>
              <a:rPr lang="en-US" sz="2200" dirty="0"/>
              <a:t>• Need for authentic adaptation.</a:t>
            </a:r>
          </a:p>
        </p:txBody>
      </p:sp>
    </p:spTree>
    <p:extLst>
      <p:ext uri="{BB962C8B-B14F-4D97-AF65-F5344CB8AC3E}">
        <p14:creationId xmlns:p14="http://schemas.microsoft.com/office/powerpoint/2010/main" val="2088763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BAB9-DDF0-2E5D-AB77-7FEBE1030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A00416-7821-8622-9D04-26B01854E07B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Opportunities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Integrate storytelling in marketing.</a:t>
            </a:r>
            <a:br>
              <a:rPr lang="en-US" sz="2200" dirty="0"/>
            </a:br>
            <a:r>
              <a:rPr lang="en-US" sz="2200" dirty="0"/>
              <a:t>• Promote local culture globally.</a:t>
            </a:r>
            <a:br>
              <a:rPr lang="en-US" sz="2200" dirty="0"/>
            </a:br>
            <a:r>
              <a:rPr lang="en-US" sz="2200" dirty="0"/>
              <a:t>• Encourage women creators.</a:t>
            </a:r>
            <a:br>
              <a:rPr lang="en-US" sz="2200" dirty="0"/>
            </a:br>
            <a:r>
              <a:rPr lang="en-US" sz="2200" dirty="0"/>
              <a:t>• Train youth in digital media.</a:t>
            </a:r>
            <a:br>
              <a:rPr lang="en-US" sz="2200" dirty="0"/>
            </a:br>
            <a:r>
              <a:rPr lang="en-US" sz="2200" dirty="0"/>
              <a:t>• Develop interactive digital platforms.</a:t>
            </a:r>
          </a:p>
        </p:txBody>
      </p:sp>
    </p:spTree>
    <p:extLst>
      <p:ext uri="{BB962C8B-B14F-4D97-AF65-F5344CB8AC3E}">
        <p14:creationId xmlns:p14="http://schemas.microsoft.com/office/powerpoint/2010/main" val="304298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4765-1341-929F-5744-01073E94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1DC975-BB65-0091-2DFB-5168848376C7}"/>
              </a:ext>
            </a:extLst>
          </p:cNvPr>
          <p:cNvSpPr txBox="1"/>
          <p:nvPr/>
        </p:nvSpPr>
        <p:spPr>
          <a:xfrm>
            <a:off x="615462" y="589085"/>
            <a:ext cx="10955215" cy="54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/>
              <a:t>Conclusion</a:t>
            </a:r>
          </a:p>
          <a:p>
            <a:pPr lvl="1">
              <a:lnSpc>
                <a:spcPct val="250000"/>
              </a:lnSpc>
            </a:pPr>
            <a:r>
              <a:rPr lang="en-US" sz="2200" dirty="0"/>
              <a:t>• Storytelling links culture and tech.</a:t>
            </a:r>
            <a:br>
              <a:rPr lang="en-US" sz="2200" dirty="0"/>
            </a:br>
            <a:r>
              <a:rPr lang="en-US" sz="2200" dirty="0"/>
              <a:t>• Preserves heritage in the digital age.</a:t>
            </a:r>
            <a:br>
              <a:rPr lang="en-US" sz="2200" dirty="0"/>
            </a:br>
            <a:r>
              <a:rPr lang="en-US" sz="2200" dirty="0"/>
              <a:t>• Encourages creativity, participation, and equality.</a:t>
            </a:r>
            <a:br>
              <a:rPr lang="en-US" sz="2200" dirty="0"/>
            </a:br>
            <a:r>
              <a:rPr lang="en-US" sz="2200" dirty="0"/>
              <a:t>• Strengthens identity and engagement.</a:t>
            </a:r>
            <a:br>
              <a:rPr lang="en-US" sz="2200" dirty="0"/>
            </a:br>
            <a:r>
              <a:rPr lang="en-US" sz="2200" dirty="0"/>
              <a:t>• Supports gender awareness and inclusion.</a:t>
            </a:r>
          </a:p>
        </p:txBody>
      </p:sp>
    </p:spTree>
    <p:extLst>
      <p:ext uri="{BB962C8B-B14F-4D97-AF65-F5344CB8AC3E}">
        <p14:creationId xmlns:p14="http://schemas.microsoft.com/office/powerpoint/2010/main" val="3967710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6323-D49E-C411-D219-1744D37E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2172DB-10C5-28A1-1725-4E0A756171FD}"/>
              </a:ext>
            </a:extLst>
          </p:cNvPr>
          <p:cNvSpPr txBox="1"/>
          <p:nvPr/>
        </p:nvSpPr>
        <p:spPr>
          <a:xfrm>
            <a:off x="615462" y="589085"/>
            <a:ext cx="10955215" cy="299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endParaRPr lang="en-US" sz="2800" b="1" dirty="0"/>
          </a:p>
          <a:p>
            <a:pPr algn="ctr">
              <a:lnSpc>
                <a:spcPct val="200000"/>
              </a:lnSpc>
            </a:pPr>
            <a:endParaRPr lang="en-US" sz="2800" b="1" dirty="0"/>
          </a:p>
          <a:p>
            <a:pPr algn="ctr">
              <a:lnSpc>
                <a:spcPct val="200000"/>
              </a:lnSpc>
            </a:pPr>
            <a:r>
              <a:rPr lang="en-US" sz="2800" b="1" dirty="0"/>
              <a:t>Thank you for listening.</a:t>
            </a:r>
          </a:p>
        </p:txBody>
      </p:sp>
    </p:spTree>
    <p:extLst>
      <p:ext uri="{BB962C8B-B14F-4D97-AF65-F5344CB8AC3E}">
        <p14:creationId xmlns:p14="http://schemas.microsoft.com/office/powerpoint/2010/main" val="9900880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160</TotalTime>
  <Words>507</Words>
  <Application>Microsoft Office PowerPoint</Application>
  <PresentationFormat>Widescreen</PresentationFormat>
  <Paragraphs>32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Ndumbi</dc:creator>
  <cp:lastModifiedBy>Grace Ndumbi</cp:lastModifiedBy>
  <cp:revision>2</cp:revision>
  <dcterms:created xsi:type="dcterms:W3CDTF">2026-01-29T08:10:00Z</dcterms:created>
  <dcterms:modified xsi:type="dcterms:W3CDTF">2026-01-29T16:08:46Z</dcterms:modified>
</cp:coreProperties>
</file>